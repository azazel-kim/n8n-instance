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85" r:id="rId1"/>
  </p:sldMasterIdLst>
  <p:notesMasterIdLst>
    <p:notesMasterId r:id="rId3"/>
  </p:notesMasterIdLst>
  <p:sldIdLst>
    <p:sldId id="616" r:id="rId2"/>
  </p:sldIdLst>
  <p:sldSz cx="13439775" cy="7559675"/>
  <p:notesSz cx="6797675" cy="9874250"/>
  <p:embeddedFontLst>
    <p:embeddedFont>
      <p:font typeface="맑은 고딕" panose="020B0503020000020004" pitchFamily="50" charset="-127"/>
      <p:regular r:id="rId4"/>
      <p:bold r:id="rId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86" userDrawn="1">
          <p15:clr>
            <a:srgbClr val="A4A3A4"/>
          </p15:clr>
        </p15:guide>
        <p15:guide id="2" pos="4234" userDrawn="1">
          <p15:clr>
            <a:srgbClr val="A4A3A4"/>
          </p15:clr>
        </p15:guide>
        <p15:guide id="3" pos="670" userDrawn="1">
          <p15:clr>
            <a:srgbClr val="A4A3A4"/>
          </p15:clr>
        </p15:guide>
        <p15:guide id="4" pos="77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C1B01D-B74F-65A8-4295-2FE9E1AE1C2C}" name="신 예린" initials="신예" userId="5ff21aca370c8b3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0E32"/>
    <a:srgbClr val="F2F2F2"/>
    <a:srgbClr val="F6F3F0"/>
    <a:srgbClr val="3B3838"/>
    <a:srgbClr val="D95319"/>
    <a:srgbClr val="5F6E9B"/>
    <a:srgbClr val="F93737"/>
    <a:srgbClr val="FFB7FF"/>
    <a:srgbClr val="0072BD"/>
    <a:srgbClr val="FFB6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8E3F3B-13DE-5E41-A222-20E0C662E45C}" v="102" dt="2023-11-24T03:26:33.049"/>
    <p1510:client id="{F9EE275B-9BE3-4B1E-973E-8272E882170B}" v="3316" dt="2023-11-24T06:18:18.0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8" autoAdjust="0"/>
    <p:restoredTop sz="83615" autoAdjust="0"/>
  </p:normalViewPr>
  <p:slideViewPr>
    <p:cSldViewPr snapToGrid="0">
      <p:cViewPr varScale="1">
        <p:scale>
          <a:sx n="81" d="100"/>
          <a:sy n="81" d="100"/>
        </p:scale>
        <p:origin x="1380" y="84"/>
      </p:cViewPr>
      <p:guideLst>
        <p:guide orient="horz" pos="4286"/>
        <p:guide pos="4234"/>
        <p:guide pos="670"/>
        <p:guide pos="77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8/10/relationships/authors" Target="authors.xml"/><Relationship Id="rId5" Type="http://schemas.openxmlformats.org/officeDocument/2006/relationships/font" Target="fonts/font2.fntdata"/><Relationship Id="rId10" Type="http://schemas.microsoft.com/office/2015/10/relationships/revisionInfo" Target="revisionInfo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5261" tIns="47631" rIns="95261" bIns="47631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29921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1235075"/>
            <a:ext cx="5922963" cy="3332163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u="none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50443" y="9378825"/>
            <a:ext cx="2945659" cy="495426"/>
          </a:xfrm>
          <a:prstGeom prst="rect">
            <a:avLst/>
          </a:prstGeom>
        </p:spPr>
        <p:txBody>
          <a:bodyPr lIns="95261" tIns="47631" rIns="95261" bIns="47631"/>
          <a:lstStyle/>
          <a:p>
            <a:fld id="{E548E8E1-13B5-4B0A-8D9D-F684809148F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176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bg>
      <p:bgPr>
        <a:solidFill>
          <a:srgbClr val="900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562C365-DE2F-4523-A175-5953F675104A}"/>
              </a:ext>
            </a:extLst>
          </p:cNvPr>
          <p:cNvSpPr/>
          <p:nvPr userDrawn="1"/>
        </p:nvSpPr>
        <p:spPr>
          <a:xfrm>
            <a:off x="113017" y="657546"/>
            <a:ext cx="13213744" cy="684632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3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136435" y="7006699"/>
            <a:ext cx="3023949" cy="402483"/>
          </a:xfrm>
        </p:spPr>
        <p:txBody>
          <a:bodyPr/>
          <a:lstStyle/>
          <a:p>
            <a:fld id="{D5B77B55-B355-4F2B-8B47-4DABFBEAF32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B4477A-ACE0-44F7-A9E9-9F3CDB9B7BC2}"/>
              </a:ext>
            </a:extLst>
          </p:cNvPr>
          <p:cNvSpPr/>
          <p:nvPr userDrawn="1"/>
        </p:nvSpPr>
        <p:spPr>
          <a:xfrm>
            <a:off x="0" y="0"/>
            <a:ext cx="13439778" cy="996593"/>
          </a:xfrm>
          <a:prstGeom prst="rect">
            <a:avLst/>
          </a:prstGeom>
          <a:solidFill>
            <a:srgbClr val="900E32"/>
          </a:solidFill>
          <a:ln>
            <a:noFill/>
          </a:ln>
          <a:effectLst>
            <a:outerShdw blurRad="50800" dist="38100" dir="5400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3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113" y="198486"/>
            <a:ext cx="10231695" cy="650888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6F3F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+mn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C2FD32F8-18C3-4997-A1B0-E3BE7F19921F}"/>
              </a:ext>
            </a:extLst>
          </p:cNvPr>
          <p:cNvSpPr>
            <a:spLocks/>
          </p:cNvSpPr>
          <p:nvPr userDrawn="1"/>
        </p:nvSpPr>
        <p:spPr bwMode="auto">
          <a:xfrm>
            <a:off x="374227" y="194208"/>
            <a:ext cx="559840" cy="605892"/>
          </a:xfrm>
          <a:custGeom>
            <a:avLst/>
            <a:gdLst/>
            <a:ahLst/>
            <a:cxnLst/>
            <a:rect l="0" t="0" r="r" b="b"/>
            <a:pathLst>
              <a:path w="21600" h="21251">
                <a:moveTo>
                  <a:pt x="0" y="7472"/>
                </a:moveTo>
                <a:cubicBezTo>
                  <a:pt x="0" y="6079"/>
                  <a:pt x="1085" y="4368"/>
                  <a:pt x="2412" y="3670"/>
                </a:cubicBezTo>
                <a:lnTo>
                  <a:pt x="8389" y="523"/>
                </a:lnTo>
                <a:cubicBezTo>
                  <a:pt x="9715" y="-175"/>
                  <a:pt x="11885" y="-175"/>
                  <a:pt x="13211" y="523"/>
                </a:cubicBezTo>
                <a:lnTo>
                  <a:pt x="19188" y="3670"/>
                </a:lnTo>
                <a:cubicBezTo>
                  <a:pt x="20515" y="4368"/>
                  <a:pt x="21600" y="6079"/>
                  <a:pt x="21600" y="7472"/>
                </a:cubicBezTo>
                <a:lnTo>
                  <a:pt x="21600" y="13778"/>
                </a:lnTo>
                <a:cubicBezTo>
                  <a:pt x="21600" y="15171"/>
                  <a:pt x="20515" y="16882"/>
                  <a:pt x="19188" y="17580"/>
                </a:cubicBezTo>
                <a:lnTo>
                  <a:pt x="13211" y="20727"/>
                </a:lnTo>
                <a:cubicBezTo>
                  <a:pt x="11885" y="21425"/>
                  <a:pt x="9715" y="21425"/>
                  <a:pt x="8389" y="20727"/>
                </a:cubicBezTo>
                <a:lnTo>
                  <a:pt x="2412" y="17580"/>
                </a:lnTo>
                <a:cubicBezTo>
                  <a:pt x="1085" y="16882"/>
                  <a:pt x="0" y="15171"/>
                  <a:pt x="0" y="13778"/>
                </a:cubicBezTo>
                <a:lnTo>
                  <a:pt x="0" y="7472"/>
                </a:lnTo>
                <a:close/>
                <a:moveTo>
                  <a:pt x="0" y="7472"/>
                </a:moveTo>
              </a:path>
            </a:pathLst>
          </a:custGeom>
          <a:solidFill>
            <a:srgbClr val="F6F3F0"/>
          </a:solidFill>
          <a:ln w="57150">
            <a:solidFill>
              <a:srgbClr val="770B2A"/>
            </a:solidFill>
          </a:ln>
        </p:spPr>
        <p:txBody>
          <a:bodyPr lIns="0" tIns="0" rIns="0" bIns="0" anchor="ctr"/>
          <a:lstStyle/>
          <a:p>
            <a:pPr algn="ctr"/>
            <a:endParaRPr lang="en-US" sz="24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Titillium" charset="0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B7BD82E-3803-4F05-BEBD-7771978C35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1251" y="163025"/>
            <a:ext cx="599133" cy="7577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그림 11" descr="텍스트이(가) 표시된 사진&#10;&#10;자동 생성된 설명">
            <a:extLst>
              <a:ext uri="{FF2B5EF4-FFF2-40B4-BE49-F238E27FC236}">
                <a16:creationId xmlns:a16="http://schemas.microsoft.com/office/drawing/2014/main" id="{D23A8FF9-35AA-4DB2-94AE-DF5A7F1D88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084"/>
          <a:stretch/>
        </p:blipFill>
        <p:spPr>
          <a:xfrm>
            <a:off x="11933577" y="150493"/>
            <a:ext cx="514657" cy="7354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DB9C5425-48EE-4DC8-A338-CF5820175B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527" y="269876"/>
            <a:ext cx="508000" cy="650875"/>
          </a:xfrm>
        </p:spPr>
        <p:txBody>
          <a:bodyPr/>
          <a:lstStyle>
            <a:lvl1pPr marL="0" indent="0" algn="r">
              <a:buNone/>
              <a:defRPr>
                <a:solidFill>
                  <a:srgbClr val="900E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503971" indent="0" algn="r">
              <a:buNone/>
              <a:defRPr>
                <a:solidFill>
                  <a:srgbClr val="900E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2pPr>
            <a:lvl3pPr marL="1007943" indent="0" algn="r">
              <a:buNone/>
              <a:defRPr>
                <a:solidFill>
                  <a:srgbClr val="900E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3pPr>
            <a:lvl4pPr marL="1511914" indent="0" algn="r">
              <a:buNone/>
              <a:defRPr>
                <a:solidFill>
                  <a:srgbClr val="900E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4pPr>
            <a:lvl5pPr marL="2015886" indent="0" algn="r">
              <a:buNone/>
              <a:defRPr>
                <a:solidFill>
                  <a:srgbClr val="900E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5pPr>
          </a:lstStyle>
          <a:p>
            <a:pPr lvl="0"/>
            <a:r>
              <a:rPr lang="en-US" altLang="ko-KR"/>
              <a:t>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440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">
    <p:bg>
      <p:bgPr>
        <a:solidFill>
          <a:srgbClr val="900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562C365-DE2F-4523-A175-5953F675104A}"/>
              </a:ext>
            </a:extLst>
          </p:cNvPr>
          <p:cNvSpPr/>
          <p:nvPr userDrawn="1"/>
        </p:nvSpPr>
        <p:spPr>
          <a:xfrm>
            <a:off x="113017" y="657546"/>
            <a:ext cx="13213744" cy="684632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3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136435" y="7006699"/>
            <a:ext cx="3023949" cy="402483"/>
          </a:xfrm>
        </p:spPr>
        <p:txBody>
          <a:bodyPr/>
          <a:lstStyle/>
          <a:p>
            <a:fld id="{D5B77B55-B355-4F2B-8B47-4DABFBEAF32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B4477A-ACE0-44F7-A9E9-9F3CDB9B7BC2}"/>
              </a:ext>
            </a:extLst>
          </p:cNvPr>
          <p:cNvSpPr/>
          <p:nvPr userDrawn="1"/>
        </p:nvSpPr>
        <p:spPr>
          <a:xfrm>
            <a:off x="0" y="0"/>
            <a:ext cx="13439778" cy="996593"/>
          </a:xfrm>
          <a:prstGeom prst="rect">
            <a:avLst/>
          </a:prstGeom>
          <a:solidFill>
            <a:srgbClr val="900E32"/>
          </a:solidFill>
          <a:ln>
            <a:noFill/>
          </a:ln>
          <a:effectLst>
            <a:outerShdw blurRad="50800" dist="38100" dir="5400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3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49113" y="-21687"/>
            <a:ext cx="10231695" cy="650888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6F3F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+mn-cs"/>
              </a:defRPr>
            </a:lvl1pPr>
          </a:lstStyle>
          <a:p>
            <a:r>
              <a:rPr lang="en-US" altLang="ko-KR"/>
              <a:t>Experiment</a:t>
            </a:r>
            <a:endParaRPr lang="en-US"/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C2FD32F8-18C3-4997-A1B0-E3BE7F19921F}"/>
              </a:ext>
            </a:extLst>
          </p:cNvPr>
          <p:cNvSpPr>
            <a:spLocks/>
          </p:cNvSpPr>
          <p:nvPr userDrawn="1"/>
        </p:nvSpPr>
        <p:spPr bwMode="auto">
          <a:xfrm>
            <a:off x="374227" y="194208"/>
            <a:ext cx="559840" cy="605892"/>
          </a:xfrm>
          <a:custGeom>
            <a:avLst/>
            <a:gdLst/>
            <a:ahLst/>
            <a:cxnLst/>
            <a:rect l="0" t="0" r="r" b="b"/>
            <a:pathLst>
              <a:path w="21600" h="21251">
                <a:moveTo>
                  <a:pt x="0" y="7472"/>
                </a:moveTo>
                <a:cubicBezTo>
                  <a:pt x="0" y="6079"/>
                  <a:pt x="1085" y="4368"/>
                  <a:pt x="2412" y="3670"/>
                </a:cubicBezTo>
                <a:lnTo>
                  <a:pt x="8389" y="523"/>
                </a:lnTo>
                <a:cubicBezTo>
                  <a:pt x="9715" y="-175"/>
                  <a:pt x="11885" y="-175"/>
                  <a:pt x="13211" y="523"/>
                </a:cubicBezTo>
                <a:lnTo>
                  <a:pt x="19188" y="3670"/>
                </a:lnTo>
                <a:cubicBezTo>
                  <a:pt x="20515" y="4368"/>
                  <a:pt x="21600" y="6079"/>
                  <a:pt x="21600" y="7472"/>
                </a:cubicBezTo>
                <a:lnTo>
                  <a:pt x="21600" y="13778"/>
                </a:lnTo>
                <a:cubicBezTo>
                  <a:pt x="21600" y="15171"/>
                  <a:pt x="20515" y="16882"/>
                  <a:pt x="19188" y="17580"/>
                </a:cubicBezTo>
                <a:lnTo>
                  <a:pt x="13211" y="20727"/>
                </a:lnTo>
                <a:cubicBezTo>
                  <a:pt x="11885" y="21425"/>
                  <a:pt x="9715" y="21425"/>
                  <a:pt x="8389" y="20727"/>
                </a:cubicBezTo>
                <a:lnTo>
                  <a:pt x="2412" y="17580"/>
                </a:lnTo>
                <a:cubicBezTo>
                  <a:pt x="1085" y="16882"/>
                  <a:pt x="0" y="15171"/>
                  <a:pt x="0" y="13778"/>
                </a:cubicBezTo>
                <a:lnTo>
                  <a:pt x="0" y="7472"/>
                </a:lnTo>
                <a:close/>
                <a:moveTo>
                  <a:pt x="0" y="7472"/>
                </a:moveTo>
              </a:path>
            </a:pathLst>
          </a:custGeom>
          <a:solidFill>
            <a:srgbClr val="F6F3F0"/>
          </a:solidFill>
          <a:ln w="57150">
            <a:solidFill>
              <a:srgbClr val="770B2A"/>
            </a:solidFill>
          </a:ln>
        </p:spPr>
        <p:txBody>
          <a:bodyPr lIns="0" tIns="0" rIns="0" bIns="0" anchor="ctr"/>
          <a:lstStyle/>
          <a:p>
            <a:pPr algn="ctr"/>
            <a:endParaRPr lang="en-US" sz="24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Titillium" charset="0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B7BD82E-3803-4F05-BEBD-7771978C35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1251" y="163025"/>
            <a:ext cx="599133" cy="7577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그림 11" descr="텍스트이(가) 표시된 사진&#10;&#10;자동 생성된 설명">
            <a:extLst>
              <a:ext uri="{FF2B5EF4-FFF2-40B4-BE49-F238E27FC236}">
                <a16:creationId xmlns:a16="http://schemas.microsoft.com/office/drawing/2014/main" id="{D23A8FF9-35AA-4DB2-94AE-DF5A7F1D88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084"/>
          <a:stretch/>
        </p:blipFill>
        <p:spPr>
          <a:xfrm>
            <a:off x="11933577" y="150493"/>
            <a:ext cx="514657" cy="7354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DB9C5425-48EE-4DC8-A338-CF5820175B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527" y="269876"/>
            <a:ext cx="508000" cy="650875"/>
          </a:xfrm>
        </p:spPr>
        <p:txBody>
          <a:bodyPr/>
          <a:lstStyle>
            <a:lvl1pPr marL="0" indent="0" algn="r">
              <a:buNone/>
              <a:defRPr>
                <a:solidFill>
                  <a:srgbClr val="900E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503971" indent="0" algn="r">
              <a:buNone/>
              <a:defRPr>
                <a:solidFill>
                  <a:srgbClr val="900E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2pPr>
            <a:lvl3pPr marL="1007943" indent="0" algn="r">
              <a:buNone/>
              <a:defRPr>
                <a:solidFill>
                  <a:srgbClr val="900E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3pPr>
            <a:lvl4pPr marL="1511914" indent="0" algn="r">
              <a:buNone/>
              <a:defRPr>
                <a:solidFill>
                  <a:srgbClr val="900E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4pPr>
            <a:lvl5pPr marL="2015886" indent="0" algn="r">
              <a:buNone/>
              <a:defRPr>
                <a:solidFill>
                  <a:srgbClr val="900E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5pPr>
          </a:lstStyle>
          <a:p>
            <a:pPr lvl="0"/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299F6E9-5650-4A13-B746-1D618971ED22}"/>
              </a:ext>
            </a:extLst>
          </p:cNvPr>
          <p:cNvSpPr txBox="1">
            <a:spLocks/>
          </p:cNvSpPr>
          <p:nvPr userDrawn="1"/>
        </p:nvSpPr>
        <p:spPr>
          <a:xfrm>
            <a:off x="1049113" y="389938"/>
            <a:ext cx="10231695" cy="650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0"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6F3F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+mn-cs"/>
              </a:defRPr>
            </a:lvl1pPr>
          </a:lstStyle>
          <a:p>
            <a:r>
              <a:rPr lang="en-US" altLang="ko-KR" sz="3200"/>
              <a:t>Experiment 2: Interacting with AR Objects Out of View Window</a:t>
            </a:r>
          </a:p>
        </p:txBody>
      </p:sp>
    </p:spTree>
    <p:extLst>
      <p:ext uri="{BB962C8B-B14F-4D97-AF65-F5344CB8AC3E}">
        <p14:creationId xmlns:p14="http://schemas.microsoft.com/office/powerpoint/2010/main" val="993211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소">
    <p:bg>
      <p:bgPr>
        <a:solidFill>
          <a:srgbClr val="900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562C365-DE2F-4523-A175-5953F675104A}"/>
              </a:ext>
            </a:extLst>
          </p:cNvPr>
          <p:cNvSpPr/>
          <p:nvPr userDrawn="1"/>
        </p:nvSpPr>
        <p:spPr>
          <a:xfrm>
            <a:off x="113017" y="657546"/>
            <a:ext cx="13213744" cy="684632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3">
              <a:latin typeface="Arial" panose="020B06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B4477A-ACE0-44F7-A9E9-9F3CDB9B7BC2}"/>
              </a:ext>
            </a:extLst>
          </p:cNvPr>
          <p:cNvSpPr/>
          <p:nvPr userDrawn="1"/>
        </p:nvSpPr>
        <p:spPr>
          <a:xfrm>
            <a:off x="0" y="0"/>
            <a:ext cx="13439778" cy="996593"/>
          </a:xfrm>
          <a:prstGeom prst="rect">
            <a:avLst/>
          </a:prstGeom>
          <a:solidFill>
            <a:srgbClr val="900E32"/>
          </a:solidFill>
          <a:ln>
            <a:noFill/>
          </a:ln>
          <a:effectLst>
            <a:outerShdw blurRad="50800" dist="38100" dir="5400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3">
              <a:latin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81BA88-8063-4A5D-AC0B-52C7B6EFFD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47084" y="449497"/>
            <a:ext cx="8801347" cy="483954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  <a:lvl2pPr marL="503971" indent="0">
              <a:buNone/>
              <a:defRPr sz="3200"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2pPr>
            <a:lvl3pPr marL="1007943" indent="0">
              <a:buNone/>
              <a:defRPr sz="3200"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3pPr>
            <a:lvl4pPr marL="1511914" indent="0">
              <a:buNone/>
              <a:defRPr sz="3200"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4pPr>
            <a:lvl5pPr marL="2015886" indent="0">
              <a:buNone/>
              <a:defRPr sz="3200"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5pPr>
          </a:lstStyle>
          <a:p>
            <a:pPr lvl="0"/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136435" y="7006699"/>
            <a:ext cx="3023949" cy="402483"/>
          </a:xfrm>
        </p:spPr>
        <p:txBody>
          <a:bodyPr/>
          <a:lstStyle/>
          <a:p>
            <a:fld id="{D5B77B55-B355-4F2B-8B47-4DABFBEAF32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49113" y="-21687"/>
            <a:ext cx="10231695" cy="650888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6F3F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+mn-cs"/>
              </a:defRPr>
            </a:lvl1pPr>
          </a:lstStyle>
          <a:p>
            <a:r>
              <a:rPr lang="en-US" altLang="ko-KR"/>
              <a:t>Experiment</a:t>
            </a:r>
            <a:endParaRPr lang="en-US"/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C2FD32F8-18C3-4997-A1B0-E3BE7F19921F}"/>
              </a:ext>
            </a:extLst>
          </p:cNvPr>
          <p:cNvSpPr>
            <a:spLocks/>
          </p:cNvSpPr>
          <p:nvPr userDrawn="1"/>
        </p:nvSpPr>
        <p:spPr bwMode="auto">
          <a:xfrm>
            <a:off x="374227" y="194208"/>
            <a:ext cx="559840" cy="605892"/>
          </a:xfrm>
          <a:custGeom>
            <a:avLst/>
            <a:gdLst/>
            <a:ahLst/>
            <a:cxnLst/>
            <a:rect l="0" t="0" r="r" b="b"/>
            <a:pathLst>
              <a:path w="21600" h="21251">
                <a:moveTo>
                  <a:pt x="0" y="7472"/>
                </a:moveTo>
                <a:cubicBezTo>
                  <a:pt x="0" y="6079"/>
                  <a:pt x="1085" y="4368"/>
                  <a:pt x="2412" y="3670"/>
                </a:cubicBezTo>
                <a:lnTo>
                  <a:pt x="8389" y="523"/>
                </a:lnTo>
                <a:cubicBezTo>
                  <a:pt x="9715" y="-175"/>
                  <a:pt x="11885" y="-175"/>
                  <a:pt x="13211" y="523"/>
                </a:cubicBezTo>
                <a:lnTo>
                  <a:pt x="19188" y="3670"/>
                </a:lnTo>
                <a:cubicBezTo>
                  <a:pt x="20515" y="4368"/>
                  <a:pt x="21600" y="6079"/>
                  <a:pt x="21600" y="7472"/>
                </a:cubicBezTo>
                <a:lnTo>
                  <a:pt x="21600" y="13778"/>
                </a:lnTo>
                <a:cubicBezTo>
                  <a:pt x="21600" y="15171"/>
                  <a:pt x="20515" y="16882"/>
                  <a:pt x="19188" y="17580"/>
                </a:cubicBezTo>
                <a:lnTo>
                  <a:pt x="13211" y="20727"/>
                </a:lnTo>
                <a:cubicBezTo>
                  <a:pt x="11885" y="21425"/>
                  <a:pt x="9715" y="21425"/>
                  <a:pt x="8389" y="20727"/>
                </a:cubicBezTo>
                <a:lnTo>
                  <a:pt x="2412" y="17580"/>
                </a:lnTo>
                <a:cubicBezTo>
                  <a:pt x="1085" y="16882"/>
                  <a:pt x="0" y="15171"/>
                  <a:pt x="0" y="13778"/>
                </a:cubicBezTo>
                <a:lnTo>
                  <a:pt x="0" y="7472"/>
                </a:lnTo>
                <a:close/>
                <a:moveTo>
                  <a:pt x="0" y="7472"/>
                </a:moveTo>
              </a:path>
            </a:pathLst>
          </a:custGeom>
          <a:solidFill>
            <a:srgbClr val="F6F3F0"/>
          </a:solidFill>
          <a:ln w="57150">
            <a:solidFill>
              <a:srgbClr val="770B2A"/>
            </a:solidFill>
          </a:ln>
        </p:spPr>
        <p:txBody>
          <a:bodyPr lIns="0" tIns="0" rIns="0" bIns="0" anchor="ctr"/>
          <a:lstStyle/>
          <a:p>
            <a:pPr algn="ctr"/>
            <a:endParaRPr lang="en-US" sz="24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Titillium" charset="0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B7BD82E-3803-4F05-BEBD-7771978C35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1251" y="163025"/>
            <a:ext cx="599133" cy="7577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그림 11" descr="텍스트이(가) 표시된 사진&#10;&#10;자동 생성된 설명">
            <a:extLst>
              <a:ext uri="{FF2B5EF4-FFF2-40B4-BE49-F238E27FC236}">
                <a16:creationId xmlns:a16="http://schemas.microsoft.com/office/drawing/2014/main" id="{D23A8FF9-35AA-4DB2-94AE-DF5A7F1D88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084"/>
          <a:stretch/>
        </p:blipFill>
        <p:spPr>
          <a:xfrm>
            <a:off x="11933577" y="150493"/>
            <a:ext cx="514657" cy="7354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DB9C5425-48EE-4DC8-A338-CF5820175B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527" y="269876"/>
            <a:ext cx="508000" cy="650875"/>
          </a:xfrm>
        </p:spPr>
        <p:txBody>
          <a:bodyPr/>
          <a:lstStyle>
            <a:lvl1pPr marL="0" indent="0" algn="r">
              <a:buNone/>
              <a:defRPr>
                <a:solidFill>
                  <a:srgbClr val="900E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503971" indent="0" algn="r">
              <a:buNone/>
              <a:defRPr>
                <a:solidFill>
                  <a:srgbClr val="900E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2pPr>
            <a:lvl3pPr marL="1007943" indent="0" algn="r">
              <a:buNone/>
              <a:defRPr>
                <a:solidFill>
                  <a:srgbClr val="900E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3pPr>
            <a:lvl4pPr marL="1511914" indent="0" algn="r">
              <a:buNone/>
              <a:defRPr>
                <a:solidFill>
                  <a:srgbClr val="900E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4pPr>
            <a:lvl5pPr marL="2015886" indent="0" algn="r">
              <a:buNone/>
              <a:defRPr>
                <a:solidFill>
                  <a:srgbClr val="900E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5pPr>
          </a:lstStyle>
          <a:p>
            <a:pPr lvl="0"/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735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77B55-B355-4F2B-8B47-4DABFBEAF3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0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77B55-B355-4F2B-8B47-4DABFBEAF3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4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4" r:id="rId2"/>
    <p:sldLayoutId id="2147483697" r:id="rId3"/>
    <p:sldLayoutId id="2147483692" r:id="rId4"/>
  </p:sldLayoutIdLst>
  <p:hf hdr="0" ftr="0" dt="0"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BD207FF-0979-0C21-410E-3144CA303D6D}"/>
              </a:ext>
            </a:extLst>
          </p:cNvPr>
          <p:cNvSpPr txBox="1"/>
          <p:nvPr/>
        </p:nvSpPr>
        <p:spPr>
          <a:xfrm>
            <a:off x="457201" y="257497"/>
            <a:ext cx="3918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00" b="1" dirty="0">
                <a:solidFill>
                  <a:srgbClr val="900E32"/>
                </a:solidFill>
              </a:rPr>
              <a:t>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DCE8FB-0BD4-D6EF-32F6-85A8338544CE}"/>
              </a:ext>
            </a:extLst>
          </p:cNvPr>
          <p:cNvSpPr txBox="1"/>
          <p:nvPr/>
        </p:nvSpPr>
        <p:spPr>
          <a:xfrm>
            <a:off x="1071268" y="226720"/>
            <a:ext cx="916340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b="1" dirty="0">
                <a:solidFill>
                  <a:srgbClr val="F6F3F0"/>
                </a:solidFill>
              </a:rPr>
              <a:t>실험 과정</a:t>
            </a:r>
            <a:endParaRPr lang="en-US" altLang="ko-KR" sz="2800" b="1" dirty="0">
              <a:solidFill>
                <a:srgbClr val="F6F3F0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40A8F22-887A-7623-3BDD-69DD4172864F}"/>
              </a:ext>
            </a:extLst>
          </p:cNvPr>
          <p:cNvSpPr/>
          <p:nvPr/>
        </p:nvSpPr>
        <p:spPr>
          <a:xfrm>
            <a:off x="1203689" y="3785558"/>
            <a:ext cx="11032394" cy="3159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4D6A5B-89C8-18EC-9D91-FAD5D60F2513}"/>
              </a:ext>
            </a:extLst>
          </p:cNvPr>
          <p:cNvSpPr txBox="1"/>
          <p:nvPr/>
        </p:nvSpPr>
        <p:spPr>
          <a:xfrm>
            <a:off x="136117" y="4415285"/>
            <a:ext cx="2135144" cy="723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3B383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사전 설문 및</a:t>
            </a:r>
            <a:endParaRPr lang="en-US" altLang="ko-KR" b="1" dirty="0">
              <a:solidFill>
                <a:srgbClr val="3B383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altLang="ko-KR" sz="500" b="1" dirty="0">
              <a:solidFill>
                <a:srgbClr val="3B383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ko-KR" altLang="en-US" b="1" dirty="0">
                <a:solidFill>
                  <a:srgbClr val="3B383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동의서 작성</a:t>
            </a:r>
            <a:endParaRPr lang="en-US" altLang="ko-KR" b="1" dirty="0">
              <a:solidFill>
                <a:srgbClr val="3B383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E4386E-9E38-8C20-59FB-261110DB3028}"/>
              </a:ext>
            </a:extLst>
          </p:cNvPr>
          <p:cNvSpPr txBox="1"/>
          <p:nvPr/>
        </p:nvSpPr>
        <p:spPr>
          <a:xfrm>
            <a:off x="1339897" y="3096397"/>
            <a:ext cx="213514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3B383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실험 설명</a:t>
            </a:r>
            <a:endParaRPr lang="en-US" altLang="ko-KR" b="1" dirty="0">
              <a:solidFill>
                <a:srgbClr val="3B383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E3F413A-2EDE-1985-D21A-A6E0EEEB4971}"/>
              </a:ext>
            </a:extLst>
          </p:cNvPr>
          <p:cNvSpPr/>
          <p:nvPr/>
        </p:nvSpPr>
        <p:spPr>
          <a:xfrm>
            <a:off x="1023689" y="3763549"/>
            <a:ext cx="360000" cy="360000"/>
          </a:xfrm>
          <a:prstGeom prst="ellipse">
            <a:avLst/>
          </a:prstGeom>
          <a:solidFill>
            <a:srgbClr val="900E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7D12738-425D-76A5-3765-73A66EF6F025}"/>
              </a:ext>
            </a:extLst>
          </p:cNvPr>
          <p:cNvSpPr/>
          <p:nvPr/>
        </p:nvSpPr>
        <p:spPr>
          <a:xfrm>
            <a:off x="2227469" y="3763549"/>
            <a:ext cx="360000" cy="360000"/>
          </a:xfrm>
          <a:prstGeom prst="ellipse">
            <a:avLst/>
          </a:prstGeom>
          <a:solidFill>
            <a:srgbClr val="900E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3EB5580-C978-F245-1ACD-AA7FD62CE561}"/>
              </a:ext>
            </a:extLst>
          </p:cNvPr>
          <p:cNvCxnSpPr>
            <a:cxnSpLocks/>
          </p:cNvCxnSpPr>
          <p:nvPr/>
        </p:nvCxnSpPr>
        <p:spPr>
          <a:xfrm>
            <a:off x="1203689" y="4101542"/>
            <a:ext cx="0" cy="291736"/>
          </a:xfrm>
          <a:prstGeom prst="line">
            <a:avLst/>
          </a:prstGeom>
          <a:ln w="19050">
            <a:solidFill>
              <a:srgbClr val="900E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C9FC86C-F53C-A056-BB7C-0DC8191021F2}"/>
              </a:ext>
            </a:extLst>
          </p:cNvPr>
          <p:cNvCxnSpPr>
            <a:cxnSpLocks/>
          </p:cNvCxnSpPr>
          <p:nvPr/>
        </p:nvCxnSpPr>
        <p:spPr>
          <a:xfrm>
            <a:off x="2407469" y="3471813"/>
            <a:ext cx="0" cy="291736"/>
          </a:xfrm>
          <a:prstGeom prst="line">
            <a:avLst/>
          </a:prstGeom>
          <a:ln w="19050">
            <a:solidFill>
              <a:srgbClr val="900E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3347F9F-A49E-1B2D-5FDC-13D5496B9660}"/>
              </a:ext>
            </a:extLst>
          </p:cNvPr>
          <p:cNvGrpSpPr/>
          <p:nvPr/>
        </p:nvGrpSpPr>
        <p:grpSpPr>
          <a:xfrm>
            <a:off x="3419404" y="3100679"/>
            <a:ext cx="3295493" cy="1683938"/>
            <a:chOff x="2873139" y="3100679"/>
            <a:chExt cx="3295493" cy="1683938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DFDC1B61-99CE-D6B0-562E-1EEB936E3E84}"/>
                </a:ext>
              </a:extLst>
            </p:cNvPr>
            <p:cNvSpPr/>
            <p:nvPr/>
          </p:nvSpPr>
          <p:spPr>
            <a:xfrm>
              <a:off x="3120846" y="3785557"/>
              <a:ext cx="1581783" cy="315985"/>
            </a:xfrm>
            <a:prstGeom prst="roundRect">
              <a:avLst>
                <a:gd name="adj" fmla="val 50000"/>
              </a:avLst>
            </a:prstGeom>
            <a:solidFill>
              <a:srgbClr val="900E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B6B1B67-4EE0-EA92-BC3F-0F0CA6444911}"/>
                </a:ext>
              </a:extLst>
            </p:cNvPr>
            <p:cNvSpPr txBox="1"/>
            <p:nvPr/>
          </p:nvSpPr>
          <p:spPr>
            <a:xfrm>
              <a:off x="2873139" y="3100679"/>
              <a:ext cx="2135144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3B3838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실험 진행</a:t>
              </a:r>
              <a:endParaRPr lang="en-US" altLang="ko-KR" sz="2000" b="1" dirty="0">
                <a:solidFill>
                  <a:srgbClr val="3B383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FF018840-4248-8F7D-6C1A-0C70EAAFE882}"/>
                </a:ext>
              </a:extLst>
            </p:cNvPr>
            <p:cNvSpPr/>
            <p:nvPr/>
          </p:nvSpPr>
          <p:spPr>
            <a:xfrm>
              <a:off x="4914658" y="3763549"/>
              <a:ext cx="360000" cy="360000"/>
            </a:xfrm>
            <a:prstGeom prst="ellipse">
              <a:avLst/>
            </a:prstGeom>
            <a:solidFill>
              <a:srgbClr val="900E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157BA30-7962-B0D6-2888-CE0E60EA3BB8}"/>
                </a:ext>
              </a:extLst>
            </p:cNvPr>
            <p:cNvSpPr txBox="1"/>
            <p:nvPr/>
          </p:nvSpPr>
          <p:spPr>
            <a:xfrm>
              <a:off x="4033488" y="4415285"/>
              <a:ext cx="2135144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3B3838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사후 설문</a:t>
              </a:r>
              <a:endParaRPr lang="en-US" altLang="ko-KR" b="1" dirty="0">
                <a:solidFill>
                  <a:srgbClr val="3B383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CCB12E62-88F1-6409-1D0A-EAC7ABCAF957}"/>
                </a:ext>
              </a:extLst>
            </p:cNvPr>
            <p:cNvCxnSpPr/>
            <p:nvPr/>
          </p:nvCxnSpPr>
          <p:spPr>
            <a:xfrm>
              <a:off x="3940711" y="3488101"/>
              <a:ext cx="0" cy="291736"/>
            </a:xfrm>
            <a:prstGeom prst="line">
              <a:avLst/>
            </a:prstGeom>
            <a:ln w="19050">
              <a:solidFill>
                <a:srgbClr val="900E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79D8F5C7-5CE9-F729-1734-F79E3BE78D16}"/>
                </a:ext>
              </a:extLst>
            </p:cNvPr>
            <p:cNvCxnSpPr>
              <a:cxnSpLocks/>
            </p:cNvCxnSpPr>
            <p:nvPr/>
          </p:nvCxnSpPr>
          <p:spPr>
            <a:xfrm>
              <a:off x="5101060" y="4112719"/>
              <a:ext cx="0" cy="291736"/>
            </a:xfrm>
            <a:prstGeom prst="line">
              <a:avLst/>
            </a:prstGeom>
            <a:ln w="19050">
              <a:solidFill>
                <a:srgbClr val="900E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075831F-A073-1B9C-7227-6CFC9C4EFA13}"/>
              </a:ext>
            </a:extLst>
          </p:cNvPr>
          <p:cNvGrpSpPr/>
          <p:nvPr/>
        </p:nvGrpSpPr>
        <p:grpSpPr>
          <a:xfrm>
            <a:off x="6849996" y="3092984"/>
            <a:ext cx="3295493" cy="1683938"/>
            <a:chOff x="2873139" y="3100679"/>
            <a:chExt cx="3295493" cy="1683938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09218B1D-CF15-917A-8225-F1AF9FEFB5AE}"/>
                </a:ext>
              </a:extLst>
            </p:cNvPr>
            <p:cNvSpPr/>
            <p:nvPr/>
          </p:nvSpPr>
          <p:spPr>
            <a:xfrm>
              <a:off x="3120846" y="3785557"/>
              <a:ext cx="1581783" cy="315985"/>
            </a:xfrm>
            <a:prstGeom prst="roundRect">
              <a:avLst>
                <a:gd name="adj" fmla="val 50000"/>
              </a:avLst>
            </a:prstGeom>
            <a:solidFill>
              <a:srgbClr val="900E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CC90C6F-9308-3630-03F8-289FCE087100}"/>
                </a:ext>
              </a:extLst>
            </p:cNvPr>
            <p:cNvSpPr txBox="1"/>
            <p:nvPr/>
          </p:nvSpPr>
          <p:spPr>
            <a:xfrm>
              <a:off x="2873139" y="3100679"/>
              <a:ext cx="2135144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3B3838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실험 진행</a:t>
              </a:r>
              <a:endParaRPr lang="en-US" altLang="ko-KR" sz="2000" b="1" dirty="0">
                <a:solidFill>
                  <a:srgbClr val="3B383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53E77090-4451-35AB-207B-6B6CBBFF2066}"/>
                </a:ext>
              </a:extLst>
            </p:cNvPr>
            <p:cNvSpPr/>
            <p:nvPr/>
          </p:nvSpPr>
          <p:spPr>
            <a:xfrm>
              <a:off x="4914658" y="3763549"/>
              <a:ext cx="360000" cy="360000"/>
            </a:xfrm>
            <a:prstGeom prst="ellipse">
              <a:avLst/>
            </a:prstGeom>
            <a:solidFill>
              <a:srgbClr val="900E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A9DABB4-2D81-426B-F57E-836BCA45842A}"/>
                </a:ext>
              </a:extLst>
            </p:cNvPr>
            <p:cNvSpPr txBox="1"/>
            <p:nvPr/>
          </p:nvSpPr>
          <p:spPr>
            <a:xfrm>
              <a:off x="4033488" y="4415285"/>
              <a:ext cx="2135144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3B3838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사후 설문</a:t>
              </a:r>
              <a:endParaRPr lang="en-US" altLang="ko-KR" b="1" dirty="0">
                <a:solidFill>
                  <a:srgbClr val="3B383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1A517657-2F5C-5AAA-5148-CAAEC07576EB}"/>
                </a:ext>
              </a:extLst>
            </p:cNvPr>
            <p:cNvCxnSpPr/>
            <p:nvPr/>
          </p:nvCxnSpPr>
          <p:spPr>
            <a:xfrm>
              <a:off x="3940711" y="3488101"/>
              <a:ext cx="0" cy="291736"/>
            </a:xfrm>
            <a:prstGeom prst="line">
              <a:avLst/>
            </a:prstGeom>
            <a:ln w="19050">
              <a:solidFill>
                <a:srgbClr val="900E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4CF42000-4802-E647-B1D5-24F79A0DD1B7}"/>
                </a:ext>
              </a:extLst>
            </p:cNvPr>
            <p:cNvCxnSpPr>
              <a:cxnSpLocks/>
            </p:cNvCxnSpPr>
            <p:nvPr/>
          </p:nvCxnSpPr>
          <p:spPr>
            <a:xfrm>
              <a:off x="5101060" y="4112719"/>
              <a:ext cx="0" cy="291736"/>
            </a:xfrm>
            <a:prstGeom prst="line">
              <a:avLst/>
            </a:prstGeom>
            <a:ln w="19050">
              <a:solidFill>
                <a:srgbClr val="900E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3495D30-6AFF-251A-F6EA-D1D562D22A29}"/>
              </a:ext>
            </a:extLst>
          </p:cNvPr>
          <p:cNvGrpSpPr/>
          <p:nvPr/>
        </p:nvGrpSpPr>
        <p:grpSpPr>
          <a:xfrm>
            <a:off x="10008165" y="3100679"/>
            <a:ext cx="3295493" cy="1946625"/>
            <a:chOff x="2873139" y="3100679"/>
            <a:chExt cx="3295493" cy="1946625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CB0A1990-1F8B-BF1D-5C23-0E507518C0E6}"/>
                </a:ext>
              </a:extLst>
            </p:cNvPr>
            <p:cNvSpPr/>
            <p:nvPr/>
          </p:nvSpPr>
          <p:spPr>
            <a:xfrm>
              <a:off x="3120846" y="3785557"/>
              <a:ext cx="1581783" cy="315985"/>
            </a:xfrm>
            <a:prstGeom prst="roundRect">
              <a:avLst>
                <a:gd name="adj" fmla="val 50000"/>
              </a:avLst>
            </a:prstGeom>
            <a:solidFill>
              <a:srgbClr val="900E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00310CE-1413-B985-AF5B-DDBCAFC42428}"/>
                </a:ext>
              </a:extLst>
            </p:cNvPr>
            <p:cNvSpPr txBox="1"/>
            <p:nvPr/>
          </p:nvSpPr>
          <p:spPr>
            <a:xfrm>
              <a:off x="2873139" y="3100679"/>
              <a:ext cx="2135144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3B3838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실험 진행</a:t>
              </a:r>
              <a:endParaRPr lang="en-US" altLang="ko-KR" sz="2000" b="1" dirty="0">
                <a:solidFill>
                  <a:srgbClr val="3B383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7D881BD-FC36-901D-2C0D-C07FA6444029}"/>
                </a:ext>
              </a:extLst>
            </p:cNvPr>
            <p:cNvSpPr/>
            <p:nvPr/>
          </p:nvSpPr>
          <p:spPr>
            <a:xfrm>
              <a:off x="4914658" y="3763549"/>
              <a:ext cx="360000" cy="360000"/>
            </a:xfrm>
            <a:prstGeom prst="ellipse">
              <a:avLst/>
            </a:prstGeom>
            <a:solidFill>
              <a:srgbClr val="900E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81A3499-EC13-689F-F57C-5FD6B8C80463}"/>
                </a:ext>
              </a:extLst>
            </p:cNvPr>
            <p:cNvSpPr txBox="1"/>
            <p:nvPr/>
          </p:nvSpPr>
          <p:spPr>
            <a:xfrm>
              <a:off x="4033488" y="4400973"/>
              <a:ext cx="2135144" cy="6463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3B3838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사후 설문 및</a:t>
              </a:r>
              <a:endParaRPr lang="en-US" altLang="ko-KR" b="1" dirty="0">
                <a:solidFill>
                  <a:srgbClr val="3B383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/>
              <a:r>
                <a:rPr lang="ko-KR" altLang="en-US" b="1" dirty="0">
                  <a:solidFill>
                    <a:srgbClr val="3B3838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최종 설문</a:t>
              </a:r>
              <a:endParaRPr lang="en-US" altLang="ko-KR" b="1" dirty="0">
                <a:solidFill>
                  <a:srgbClr val="3B383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82FD0C6B-282D-7CEA-6805-8107858F480E}"/>
                </a:ext>
              </a:extLst>
            </p:cNvPr>
            <p:cNvCxnSpPr/>
            <p:nvPr/>
          </p:nvCxnSpPr>
          <p:spPr>
            <a:xfrm>
              <a:off x="3940711" y="3488101"/>
              <a:ext cx="0" cy="291736"/>
            </a:xfrm>
            <a:prstGeom prst="line">
              <a:avLst/>
            </a:prstGeom>
            <a:ln w="19050">
              <a:solidFill>
                <a:srgbClr val="900E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F34F8BFC-0C8F-FFEB-00B8-CDB51273B9BF}"/>
                </a:ext>
              </a:extLst>
            </p:cNvPr>
            <p:cNvCxnSpPr>
              <a:cxnSpLocks/>
            </p:cNvCxnSpPr>
            <p:nvPr/>
          </p:nvCxnSpPr>
          <p:spPr>
            <a:xfrm>
              <a:off x="5101060" y="4112719"/>
              <a:ext cx="0" cy="291736"/>
            </a:xfrm>
            <a:prstGeom prst="line">
              <a:avLst/>
            </a:prstGeom>
            <a:ln w="19050">
              <a:solidFill>
                <a:srgbClr val="900E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4598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5657</TotalTime>
  <Words>26</Words>
  <Application>Microsoft Office PowerPoint</Application>
  <PresentationFormat>사용자 지정</PresentationFormat>
  <Paragraphs>14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나눔스퀘어_ac ExtraBold</vt:lpstr>
      <vt:lpstr>Arial</vt:lpstr>
      <vt:lpstr>Calibri</vt:lpstr>
      <vt:lpstr>맑은 고딕</vt:lpstr>
      <vt:lpstr>Calibri Light</vt:lpstr>
      <vt:lpstr>나눔스퀘어 ExtraBold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예린</dc:creator>
  <cp:lastModifiedBy>김정하[ 대학원석사과정재학 / 컴퓨터학과 ]</cp:lastModifiedBy>
  <cp:revision>67</cp:revision>
  <cp:lastPrinted>2022-11-14T04:48:30Z</cp:lastPrinted>
  <dcterms:created xsi:type="dcterms:W3CDTF">2019-08-17T05:40:57Z</dcterms:created>
  <dcterms:modified xsi:type="dcterms:W3CDTF">2024-08-29T01:06:11Z</dcterms:modified>
</cp:coreProperties>
</file>