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29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16753D-6FEE-4858-AD12-D32F297E79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45C646-465C-494A-8D92-3BEC64E1E8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62F0D-8270-4772-8909-037E036CE035}" type="datetimeFigureOut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4B9DC0-3B41-4D53-8AB2-DCEC03B9C7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D27BD3-EB67-468E-8ACF-DE89AFB11B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3C1F2-C387-4D65-92B2-260155A8E5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4278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B40A-C338-479C-B800-F29E6D551520}" type="datetimeFigureOut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31B49-5784-40B2-9AC6-B08CA64FF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234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916AC2E7-E472-406F-8127-AF26F36AEF60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02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5C48658C-333D-40B9-87E6-37F39D74BD97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43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2C253F2B-A502-48AC-840E-733C098E7DB7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54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3758DE40-2681-4AD5-8D11-A103ED0B2F60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84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55F49F00-7442-4017-9F93-DF730A473216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02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48C5068D-C53A-4D05-A7AD-60207AF6F45B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8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38CF6383-0304-449C-915E-C28ED4B56B1C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8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428D05B8-6E89-4236-93CA-A65AB3A43C7D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42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038D2ECA-DAC3-431A-AEAC-F4548BC5E40F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4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EEE16FB0-2614-439B-A1C4-ABFC036EBC20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4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378597"/>
            <a:ext cx="1543050" cy="527403"/>
          </a:xfrm>
          <a:prstGeom prst="rect">
            <a:avLst/>
          </a:prstGeom>
        </p:spPr>
        <p:txBody>
          <a:bodyPr/>
          <a:lstStyle/>
          <a:p>
            <a:fld id="{D0234E50-B4BB-40AF-B518-6CEB5A470AD4}" type="datetime1">
              <a:rPr lang="ko-KR" altLang="en-US" smtClean="0"/>
              <a:t>2023-07-17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8429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12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57475" y="9553903"/>
            <a:ext cx="1543050" cy="352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0F7E-B2E8-4C87-9227-A7071B033C6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2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FCED8A-4A52-4B3D-B899-497DB1F0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3F2410F-A9F2-4E55-9D86-6B565786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79142A-3188-4A9C-94C9-6B3C84A6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46990DD-F69A-4FEB-9CE4-483C2A6A0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024567"/>
              </p:ext>
            </p:extLst>
          </p:nvPr>
        </p:nvGraphicFramePr>
        <p:xfrm>
          <a:off x="316827" y="1825099"/>
          <a:ext cx="6224345" cy="738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10775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382526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1851037153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451473616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2537554003"/>
                    </a:ext>
                  </a:extLst>
                </a:gridCol>
                <a:gridCol w="307761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0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전반적으로 불편함을 느꼈다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피로감을 느꼈다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두통을 느꼈다</a:t>
                      </a:r>
                      <a:r>
                        <a:rPr 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눈의 피로를 느꼈다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501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눈의 초점을 맞추기 힘들었다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047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침의 분비량이 증가하였다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485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7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땀이 났다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97299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8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메스꺼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웠다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3126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9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컨텐츠에 집중하기 어려웠다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2039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10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머리가 꽉 찬 느낌을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2064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11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시야가 흐려지는 것을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1353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눈을 떴을 때 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현기증이 났다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88509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눈을 감았을 때 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현기증이 났다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27387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빙빙 도는 느낌의 어지러움을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86569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위장에 부담감</a:t>
                      </a: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이</a:t>
                      </a: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 느껴지는 것을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9033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컨텐츠를 수행하면서 트림을 경험하였다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0575472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9251ED69-D4B4-4CFE-A7E1-3772D39B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811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03F2410F-A9F2-4E55-9D86-6B565786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79142A-3188-4A9C-94C9-6B3C84A6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9251ED69-D4B4-4CFE-A7E1-3772D39B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8733D49-CAA4-4A30-94A6-821703904806}"/>
              </a:ext>
            </a:extLst>
          </p:cNvPr>
          <p:cNvGraphicFramePr>
            <a:graphicFrameLocks noGrp="1"/>
          </p:cNvGraphicFramePr>
          <p:nvPr/>
        </p:nvGraphicFramePr>
        <p:xfrm>
          <a:off x="316827" y="1893000"/>
          <a:ext cx="6224348" cy="306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1879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980594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711875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1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단답형</a:t>
                      </a:r>
                      <a:br>
                        <a:rPr lang="en-US" altLang="ko-KR" sz="10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</a:br>
                      <a:r>
                        <a:rPr lang="en-US" altLang="ko-KR" sz="10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(1-21)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데 필요한 육체적인 노력은 어느정도인가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데 필요한 정신적인 노력은 어느정도인가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노력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 주어진 임무를 수행하는 시간적인 압박은 어느 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필요한 집중과 신경써야 하는 수준은 어느 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수준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501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임무의 완료 수준을 평가한다면 어느 정도를 기대하는가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낮은 평가 기대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높은 평가 기대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000" kern="100" dirty="0">
                        <a:solidFill>
                          <a:schemeClr val="tx1"/>
                        </a:solidFill>
                        <a:effectLst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047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주어진 임무를 수행하는 데 느꼈던 당황스럽고 부담스러운 느낌은 어느정도인가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? (1 - 21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사이의 값으로 답해주세요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적은 부담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, 21 = </a:t>
                      </a:r>
                      <a:r>
                        <a:rPr lang="ko-KR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가장 큰 부담</a:t>
                      </a:r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4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14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FCED8A-4A52-4B3D-B899-497DB1F0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B0F7E-B2E8-4C87-9227-A7071B033C63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3F2410F-A9F2-4E55-9D86-6B565786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6" y="500005"/>
            <a:ext cx="6231206" cy="321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-윤고딕310" panose="02030504000101010101" pitchFamily="18" charset="-127"/>
                <a:ea typeface="-윤고딕310" panose="02030504000101010101" pitchFamily="18" charset="-127"/>
              </a:rPr>
              <a:t>사후 설문</a:t>
            </a:r>
            <a:endParaRPr lang="en-US" altLang="ko-KR" sz="16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779142A-3188-4A9C-94C9-6B3C84A6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127" y="989982"/>
            <a:ext cx="690254" cy="23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5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</a:rPr>
              <a:t>설문 일자</a:t>
            </a:r>
            <a:endParaRPr lang="en-US" altLang="ko-KR" sz="2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46990DD-F69A-4FEB-9CE4-483C2A6A0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974244"/>
              </p:ext>
            </p:extLst>
          </p:nvPr>
        </p:nvGraphicFramePr>
        <p:xfrm>
          <a:off x="316827" y="1825099"/>
          <a:ext cx="6224346" cy="75809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81998">
                  <a:extLst>
                    <a:ext uri="{9D8B030D-6E8A-4147-A177-3AD203B41FA5}">
                      <a16:colId xmlns:a16="http://schemas.microsoft.com/office/drawing/2014/main" val="3016335337"/>
                    </a:ext>
                  </a:extLst>
                </a:gridCol>
                <a:gridCol w="4176043">
                  <a:extLst>
                    <a:ext uri="{9D8B030D-6E8A-4147-A177-3AD203B41FA5}">
                      <a16:colId xmlns:a16="http://schemas.microsoft.com/office/drawing/2014/main" val="2390188980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1851037153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451473616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2537554003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2991482344"/>
                    </a:ext>
                  </a:extLst>
                </a:gridCol>
                <a:gridCol w="293261">
                  <a:extLst>
                    <a:ext uri="{9D8B030D-6E8A-4147-A177-3AD203B41FA5}">
                      <a16:colId xmlns:a16="http://schemas.microsoft.com/office/drawing/2014/main" val="1180435827"/>
                    </a:ext>
                  </a:extLst>
                </a:gridCol>
              </a:tblGrid>
              <a:tr h="740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문항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내용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9985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이 시스템을 자주 이용하고 싶다는 생각이 듭니다</a:t>
                      </a:r>
                      <a:r>
                        <a:rPr lang="en-US" altLang="ko-KR" sz="1100" kern="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66851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2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시스템이 불필요하게 복잡하다는 것을 알았습니다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954409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3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시스템을 사용하기 쉽다고 생각했습니다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68385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4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시스템을 사용하려면 기술자의 지원이 필요하다고 생각합니다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50144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5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시스템의 다양한 기능이 잘 통합되어 있다는 것을 알았습니다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7047459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6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시스템에 너무 많은 불일치가 있다고 생각했습니다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48503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7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나는 대부분의 사람들이 이 시스템을 매우 빨리 사용하는 법을 배울 것이라고 상상합니다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972995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8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시스템을 사용하기가 매우 복잡하다는 것을 알았습니다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312685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9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나는 시스템을 사용하여 매우 자신감을 느꼈습니다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203982"/>
                  </a:ext>
                </a:extLst>
              </a:tr>
              <a:tr h="6839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10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이 시스템을 사용하기 전에 많은 것을 배워야 했습니다</a:t>
                      </a:r>
                      <a:r>
                        <a:rPr lang="en-US" altLang="ko-KR" sz="10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-윤고딕310" panose="02030504000101010101" pitchFamily="18" charset="-127"/>
                          <a:ea typeface="-윤고딕310" panose="02030504000101010101" pitchFamily="18" charset="-127"/>
                        </a:rPr>
                        <a:t> </a:t>
                      </a:r>
                      <a:endParaRPr lang="ko-KR" sz="1000" kern="10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effectLst/>
                        <a:latin typeface="-윤고딕310" panose="02030504000101010101" pitchFamily="18" charset="-127"/>
                        <a:ea typeface="-윤고딕310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3211" marR="732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206435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9251ED69-D4B4-4CFE-A7E1-3772D39B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27" y="1354145"/>
            <a:ext cx="3683060" cy="24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4295" tIns="37148" rIns="74295" bIns="37148" numCol="1" anchor="ctr" anchorCtr="0" compatLnSpc="1">
            <a:prstTxWarp prst="textNoShape">
              <a:avLst/>
            </a:prstTxWarp>
            <a:spAutoFit/>
          </a:bodyPr>
          <a:lstStyle/>
          <a:p>
            <a:pPr defTabSz="7429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컨텐츠를 참여한 후 발생한 증상에 대해서만 보고해주세요</a:t>
            </a:r>
            <a:r>
              <a:rPr lang="en-US" altLang="ko-KR" sz="1100" dirty="0">
                <a:solidFill>
                  <a:srgbClr val="000000"/>
                </a:solidFill>
                <a:latin typeface="-윤고딕310" panose="02030504000101010101" pitchFamily="18" charset="-127"/>
                <a:ea typeface="-윤고딕310" panose="02030504000101010101" pitchFamily="18" charset="-127"/>
                <a:cs typeface="굴림" panose="020B0600000101010101" pitchFamily="50" charset="-127"/>
              </a:rPr>
              <a:t>.</a:t>
            </a:r>
            <a:endParaRPr lang="en-US" altLang="ko-KR" sz="300" dirty="0">
              <a:latin typeface="-윤고딕310" panose="02030504000101010101" pitchFamily="18" charset="-127"/>
              <a:ea typeface="-윤고딕31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335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560</Words>
  <Application>Microsoft Office PowerPoint</Application>
  <PresentationFormat>A4 용지(210x297mm)</PresentationFormat>
  <Paragraphs>201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-윤고딕310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박수한[ 대학원석사과정재학 / 컴퓨터학과 ]</dc:creator>
  <cp:lastModifiedBy>Yechan Yang</cp:lastModifiedBy>
  <cp:revision>61</cp:revision>
  <dcterms:created xsi:type="dcterms:W3CDTF">2021-04-14T11:34:57Z</dcterms:created>
  <dcterms:modified xsi:type="dcterms:W3CDTF">2023-07-17T07:47:09Z</dcterms:modified>
</cp:coreProperties>
</file>